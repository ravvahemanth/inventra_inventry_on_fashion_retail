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8d20c46e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8d20c46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d20c46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d20c4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INVENTRA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75632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INTELLIGENT INVENTORY MANAGEMENT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2548681"/>
            <a:ext cx="1905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85348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Milestone 3 Presentation: Intelligent Alert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b="1" i="0" lang="en-US" sz="4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1447800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1676400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Inventra is a rule-driven inventory monitoring system implemented in Java, designed to detect stock threshold violations and manage alert generation efficiently using stack-based state tracking.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609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Identity &amp; Access Control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00037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Responsible for verifying user identity and controlling access level based on roles (Admin, Manager, Staff).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52500" y="372040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Prevents unauthorized system entry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418519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Layered Architecture: UI → Controller → Service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64998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Password encryption via Base64/Hashing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32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80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9284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MODULE 1: AUTHENTICATION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52500" y="312330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Auth Workflow: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Input credentials → Check Database → Validate Password → Load Role Permissions.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386238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 Responsibility: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AuthService handles business logic while UserRepository manages data.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6169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52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AUTHENTICATION LOGIC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2609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Stock Tracking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00037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core operational module responsible for managing product metadata and maintaining accurate stock counts.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52500" y="372040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SKU Validation: Prevent duplicate entries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418519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Stock Operations: Automated Stock-In/Out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52500" y="4649985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Continuous availability tracking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32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805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9284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MODULE 2: INVENTORY MANAGEMENT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2890837"/>
            <a:ext cx="4191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inventory integrity by preventing negative stock levels and triggering low-stock alerts.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52500" y="3610867"/>
            <a:ext cx="381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Validates quantity availability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52500" y="4075658"/>
            <a:ext cx="381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Logs transactions for audit trails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52500" y="4540448"/>
            <a:ext cx="381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Module 3 Trigger: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Checks minStockLevel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37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1852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STOCK OUT LOGIC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Module 3: </a:t>
            </a:r>
            <a:r>
              <a:rPr b="1" i="0" lang="en-US" sz="4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Inventory Alerts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715000" y="1447800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2047875" y="1676400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Advanced intelligence and automation added to provide real-time notification control and prevent alert fatigue.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71500" y="1610766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INTELLIGENT HANDLING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2477541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 Addressed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2868066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 traditional systems, the same low-stock alert is generated repeatedly, causing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alert fatigue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potential neglect of critical issues.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386238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4252912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Controlled alert generation using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Stack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data structure. The system verifies the top of the stack before adding new notifications to ensure only meaningful alerts are shown.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6762750" y="3028057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Duplicate Prevention: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Comparison logic checks peek() value.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62750" y="349284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Trigger: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Logic runs silently in the background after every stock change.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62750" y="4231927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Sends alerts to dashboard, email, or SMS.</a:t>
            </a:r>
            <a:endParaRPr/>
          </a:p>
        </p:txBody>
      </p:sp>
      <p:pic>
        <p:nvPicPr>
          <p:cNvPr descr="image.png" id="182" name="Google Shape;1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07091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3570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7479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ALERT MANAGER PSEUDOCODE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 want this slide in proper format so give according to the theme "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able visible "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571500" y="19050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INVENTRA: Intelligent Inventory Management System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4667250" y="2651670"/>
            <a:ext cx="2857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571500" y="304219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Detailed Module 3 Analysis Completed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